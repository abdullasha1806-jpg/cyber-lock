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52f8f0c1-0832-4f9f-b2ed-fbca69f445e7.fntdata" /><ns0:Relationship Id="rIdFont16" Type="http://schemas.openxmlformats.org/officeDocument/2006/relationships/font" Target="fonts/e4cc2e83-8859-4906-a5f4-9ae2deca7a3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6056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59334"/>
            <a:ext cx="2667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55463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E8EEFC"/>
                </a:solidFill>
                <a:latin typeface="Plus Jakarta Sans"/>
              </a:rPr>
              <a:t>Simple, Smart Protection for Logins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84265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8FA0C4"/>
                </a:solidFill>
                <a:latin typeface="Plus Jakarta Sans"/>
              </a:rPr>
              <a:t>Stop password attacks and protect real users without complex setup or login friction.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092672"/>
            <a:ext cx="374098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2D3EE"/>
                </a:solidFill>
                <a:latin typeface="Plus Jakarta Sans"/>
              </a:rPr>
              <a:t>CYBERLOCK SECURITY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4650"/>
            <a:ext cx="3505200" cy="1962150"/>
          </a:xfrm>
          <a:prstGeom prst="roundRect">
            <a:avLst>
              <a:gd name="adj" fmla="val 67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14662"/>
            <a:ext cx="3505200" cy="1762125"/>
          </a:xfrm>
          <a:prstGeom prst="roundRect">
            <a:avLst>
              <a:gd name="adj" fmla="val 75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4650"/>
            <a:ext cx="3505200" cy="1962150"/>
          </a:xfrm>
          <a:prstGeom prst="roundRect">
            <a:avLst>
              <a:gd name="adj" fmla="val 67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28975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28987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28975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THE LOGIN THREAT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Automated Attacks Overwhelm Traditional Logins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480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Credential Stuffing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6240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Automated bots test stolen password lists across hundreds of logins simultaneously.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480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Distributed Brute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6241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Rotated proxy IPs bypass static IP blocklists and standard firewall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480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Account Takeover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6240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Compromised employee accounts expose internal systems and confidential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5050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29000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52950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25431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05050"/>
            <a:ext cx="47625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3667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47625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825" y="47910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552950"/>
            <a:ext cx="47625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THE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Three Layers of Adaptive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54317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66712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479107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1625" y="2533650"/>
            <a:ext cx="74509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Smart Exponential Delays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2809875"/>
            <a:ext cx="7096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Doubles wait times on every failed attempt to neutralize automated bot 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3657600"/>
            <a:ext cx="77509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Automated Account Freeze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1625" y="3933825"/>
            <a:ext cx="7381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Freezes targeted logins after 5 failed guesses to instantly halt brute-force attacks.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781550"/>
            <a:ext cx="762595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Frictionless Self-Recovery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625" y="5057775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Real users unlock instantly via 6-digit email codes without helpdesk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76975" y="2428875"/>
            <a:ext cx="5305425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3457575"/>
            <a:ext cx="5305425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76975" y="4486275"/>
            <a:ext cx="5305425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62175"/>
            <a:ext cx="5324475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71700"/>
            <a:ext cx="5305425" cy="3409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REAL-TIME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Centralized Security Operations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62890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Live Attack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8860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Visualize global login surges and blocked IP clusters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65760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Instant Forensic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9147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Export detailed threat reports for compliance and incident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68630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Automated Policy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9434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Adjust threshold sensitivity globally or by specific user groups.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5372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90800"/>
            <a:ext cx="5372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10025"/>
            <a:ext cx="5372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10025"/>
            <a:ext cx="5372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6702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86702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28625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286250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ENTERPRISE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Seamless Fit with Existing Tech Stacks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1125" y="2867025"/>
            <a:ext cx="56757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Active Directory &amp; LDAP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1125" y="3143250"/>
            <a:ext cx="4419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Direct directory synchronization with Microsoft AD and Okta Identity Engine.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1825" y="2867025"/>
            <a:ext cx="5210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OAuth 2.0 &amp; SAML 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1825" y="3143250"/>
            <a:ext cx="4419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Middleware plugin support for smooth single sign-on authentication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125" y="4286250"/>
            <a:ext cx="56757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SIEM Event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4562475"/>
            <a:ext cx="4419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Stream security logs instantly to Splunk, Datadog, and Microsoft Sentinel.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4286250"/>
            <a:ext cx="5133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Zero-Downtime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4562475"/>
            <a:ext cx="4343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REST and gRPC endpoints ensure sub-10ms response times for custom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19587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289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289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289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913" y="45577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564" y="4557712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MEASURABLE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Proven Results &amp; Compliance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731" y="3005137"/>
            <a:ext cx="3690937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0284C7"/>
                </a:solidFill>
                <a:latin typeface="Plus Jakarta Sans"/>
              </a:rPr>
              <a:t>99.8%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731" y="35766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Bot Attack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531" y="3005137"/>
            <a:ext cx="3690937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&lt; 0.1%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531" y="35766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User Lockout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4331" y="3005137"/>
            <a:ext cx="3690937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0284C7"/>
                </a:solidFill>
                <a:latin typeface="Plus Jakarta Sans"/>
              </a:rPr>
              <a:t>4x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4331" y="35766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Faster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0313" y="4572000"/>
            <a:ext cx="1607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NIST SP 800-63B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5813" y="4572000"/>
            <a:ext cx="1247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SOC 2 Type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889" y="4572000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GDPR &amp; HIPAA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43462" y="4295775"/>
            <a:ext cx="2505075" cy="466725"/>
          </a:xfrm>
          <a:prstGeom prst="roundRect">
            <a:avLst>
              <a:gd name="adj" fmla="val 16326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09550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95412" y="2781300"/>
            <a:ext cx="94011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Fortify Your Login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514725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8FA0C4"/>
                </a:solidFill>
                <a:latin typeface="Plus Jakarta Sans"/>
              </a:rPr>
              <a:t>Deploy automated login defense in under 4 weeks with zero disruption to real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7028" y="4429125"/>
            <a:ext cx="259794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50B1F"/>
                </a:solidFill>
                <a:latin typeface="Plus Jakarta Sans"/>
              </a:rPr>
              <a:t>Schedule Enterprise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8655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https://www.ampcuscyber.com/wp-content/uploads/2026/04/what-is-security-monitoring-in-cybersecurity.webp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988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www.ampcuscyber.com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